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906000"/>
  <p:notesSz cx="10020300" cy="68878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1400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sz="1400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sz="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MY"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sz="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/>
        </p:nvGraphicFramePr>
        <p:xfrm>
          <a:off x="475862" y="897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88975"/>
                <a:gridCol w="843850"/>
                <a:gridCol w="1020175"/>
                <a:gridCol w="583250"/>
                <a:gridCol w="710425"/>
                <a:gridCol w="382850"/>
                <a:gridCol w="803475"/>
                <a:gridCol w="494625"/>
                <a:gridCol w="609075"/>
                <a:gridCol w="804525"/>
                <a:gridCol w="1707900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Air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SA-516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70L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MY" sz="8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3.6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sp>
        <p:nvSpPr>
          <p:cNvPr id="50" name="Google Shape;50;p1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 Receiver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V-001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2028825"/>
                <a:gridCol w="1295400"/>
              </a:tblGrid>
              <a:tr h="95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" name="Google Shape;54;p1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MLK PMT 10101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Google Shape;59;p2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AIR GAS/SULPHUR OXIDE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43125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WATER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Stainless Steel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SA-240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150.0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Arial"/>
                        </a:rPr>
                        <a:t>4.0</a:t>
                      </a: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426878"/>
            <a:ext cx="3431333" cy="38328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" name="Google Shape;61;p2"/>
          <p:cNvGraphicFramePr/>
          <p:nvPr/>
        </p:nvGraphicFramePr>
        <p:xfrm>
          <a:off x="475862" y="30043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152925"/>
                <a:gridCol w="1800225"/>
                <a:gridCol w="1524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5676900" y="496864"/>
            <a:ext cx="99060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V-005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4650" y="495040"/>
            <a:ext cx="251460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Absorber for Neutralization of Acid Gases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91400" y="457200"/>
            <a:ext cx="1264920" cy="245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MLK PMT 10105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3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495275"/>
                <a:gridCol w="84157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Top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6074" y="2657028"/>
            <a:ext cx="2667000" cy="35883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" name="Google Shape;68;p3"/>
          <p:cNvGraphicFramePr/>
          <p:nvPr/>
        </p:nvGraphicFramePr>
        <p:xfrm>
          <a:off x="541998" y="2913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58200"/>
                <a:gridCol w="1676400"/>
                <a:gridCol w="128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" name="Google Shape;73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Google Shape;80;p5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Shell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  <a:tr h="267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Bottom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9325" y="2584324"/>
            <a:ext cx="1539373" cy="37228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" name="Google Shape;82;p5"/>
          <p:cNvGraphicFramePr/>
          <p:nvPr/>
        </p:nvGraphicFramePr>
        <p:xfrm>
          <a:off x="475862" y="25843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039575"/>
                <a:gridCol w="3019925"/>
                <a:gridCol w="1484450"/>
              </a:tblGrid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Google Shape;87;p6"/>
          <p:cNvGraphicFramePr/>
          <p:nvPr/>
        </p:nvGraphicFramePr>
        <p:xfrm>
          <a:off x="442104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033650"/>
                <a:gridCol w="1294350"/>
                <a:gridCol w="968375"/>
                <a:gridCol w="553625"/>
                <a:gridCol w="607750"/>
                <a:gridCol w="434125"/>
                <a:gridCol w="758525"/>
                <a:gridCol w="469500"/>
                <a:gridCol w="497125"/>
                <a:gridCol w="844700"/>
                <a:gridCol w="1621150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Steam Condensate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Under Insulation(CUI)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Head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8030" y="2733881"/>
            <a:ext cx="4071046" cy="154198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6"/>
          <p:cNvGraphicFramePr/>
          <p:nvPr/>
        </p:nvGraphicFramePr>
        <p:xfrm>
          <a:off x="1926877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644825"/>
                <a:gridCol w="2605725"/>
                <a:gridCol w="199787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b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&gt;5% of suspected area (as per Attachment 2).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 or pit gauges as required if visual inspection reveal CUI as necessary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CUI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7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 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163" y="2338187"/>
            <a:ext cx="6096000" cy="24090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7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EMAT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8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102" name="Google Shape;1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3530" y="2781860"/>
            <a:ext cx="7803265" cy="1508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" name="Google Shape;103;p8"/>
          <p:cNvGraphicFramePr/>
          <p:nvPr/>
        </p:nvGraphicFramePr>
        <p:xfrm>
          <a:off x="1623526" y="4978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613975"/>
                <a:gridCol w="19050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Sulfuric Acid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Google Shape;108;p9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Side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Tube Side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Channel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09" name="Google Shape;109;p9"/>
          <p:cNvGraphicFramePr/>
          <p:nvPr/>
        </p:nvGraphicFramePr>
        <p:xfrm>
          <a:off x="1623526" y="4419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544300"/>
                <a:gridCol w="3133450"/>
                <a:gridCol w="1981200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309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8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0" name="Google Shape;1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669" y="2514600"/>
            <a:ext cx="7178662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" name="Google Shape;115;p10"/>
          <p:cNvGraphicFramePr/>
          <p:nvPr/>
        </p:nvGraphicFramePr>
        <p:xfrm>
          <a:off x="475862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{E763451D-8EB9-4A25-A082-BD28EEA32327}</a:tableStyleId>
              </a:tblPr>
              <a:tblGrid>
                <a:gridCol w="1200550"/>
                <a:gridCol w="827900"/>
                <a:gridCol w="1000900"/>
                <a:gridCol w="572225"/>
                <a:gridCol w="628175"/>
                <a:gridCol w="476000"/>
                <a:gridCol w="756725"/>
                <a:gridCol w="485275"/>
                <a:gridCol w="597575"/>
                <a:gridCol w="789325"/>
                <a:gridCol w="16756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                                         </a:t>
                      </a:r>
                      <a:endParaRPr b="0"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/>
                        <a:t>                 MATERIAL </a:t>
                      </a:r>
                      <a:endParaRPr sz="800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Channel Head (Tube Side)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 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(Tube Side)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graphicFrame>
        <p:nvGraphicFramePr>
          <p:cNvPr id="116" name="Google Shape;116;p10"/>
          <p:cNvGraphicFramePr/>
          <p:nvPr/>
        </p:nvGraphicFramePr>
        <p:xfrm>
          <a:off x="475862" y="26715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{389572DE-4531-42A8-A4B0-3BB0859811A2}</a:tableStyleId>
              </a:tblPr>
              <a:tblGrid>
                <a:gridCol w="1270900"/>
                <a:gridCol w="1815675"/>
                <a:gridCol w="1390550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406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Cooling Water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7" name="Google Shape;1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4858" y="2379024"/>
            <a:ext cx="1501270" cy="3966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2003-08-11T02:14:00Z</dcterms:created>
  <dc:creator>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