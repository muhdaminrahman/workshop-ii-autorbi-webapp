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906000"/>
  <p:notesSz cx="10020300" cy="68878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fill>
          <a:solidFill>
            <a:srgbClr val="E7F3F4"/>
          </a:solidFill>
        </a:fill>
      </a:tcStyle>
    </a:band1H>
    <a:band2H>
      <a:tcTxStyle/>
    </a:band2H>
    <a:band1V>
      <a:tcTxStyle/>
      <a:tcStyle>
        <a:fill>
          <a:solidFill>
            <a:srgbClr val="E7F3F4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70" orient="horz"/>
        <p:guide pos="3156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1400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b="1" sz="1400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/>
        </p:nvGraphicFramePr>
        <p:xfrm>
          <a:off x="475862" y="8971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88975"/>
                <a:gridCol w="843850"/>
                <a:gridCol w="1020175"/>
                <a:gridCol w="583250"/>
                <a:gridCol w="710425"/>
                <a:gridCol w="382850"/>
                <a:gridCol w="803475"/>
                <a:gridCol w="494625"/>
                <a:gridCol w="609075"/>
                <a:gridCol w="804525"/>
                <a:gridCol w="1707900"/>
              </a:tblGrid>
              <a:tr h="1000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cap="none" strike="noStrike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43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sp>
        <p:nvSpPr>
          <p:cNvPr id="50" name="Google Shape;50;p1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 Receiver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V-001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152925"/>
                <a:gridCol w="2028825"/>
                <a:gridCol w="1295400"/>
              </a:tblGrid>
              <a:tr h="95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" name="Google Shape;54;p1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MLK PMT 10101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Google Shape;59;p2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576000"/>
                <a:gridCol w="76082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HOT 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A-240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304L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120.0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HOT 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A-240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304L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120.0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431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HOT 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A-240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304L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120.0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2426878"/>
            <a:ext cx="3431333" cy="38328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" name="Google Shape;61;p2"/>
          <p:cNvGraphicFramePr/>
          <p:nvPr/>
        </p:nvGraphicFramePr>
        <p:xfrm>
          <a:off x="475862" y="3004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152925"/>
                <a:gridCol w="1800225"/>
                <a:gridCol w="1524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V-004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Hot Water System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MLK PMT 10104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3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495275"/>
                <a:gridCol w="84157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Steam Condensate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Under Insulation(CUI)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6074" y="2657028"/>
            <a:ext cx="2667000" cy="35883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8" name="Google Shape;68;p3"/>
          <p:cNvGraphicFramePr/>
          <p:nvPr/>
        </p:nvGraphicFramePr>
        <p:xfrm>
          <a:off x="541998" y="2913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058200"/>
                <a:gridCol w="1676400"/>
                <a:gridCol w="1285325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EMAT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b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Remove &gt;5% of suspected area (as per Attachment 2).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 or pit gauges as required if visual inspection reveal CUI as necessary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" name="Google Shape;73;p4"/>
          <p:cNvGraphicFramePr/>
          <p:nvPr/>
        </p:nvGraphicFramePr>
        <p:xfrm>
          <a:off x="475863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576000"/>
                <a:gridCol w="76082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74" name="Google Shape;74;p4"/>
          <p:cNvPicPr preferRelativeResize="0"/>
          <p:nvPr/>
        </p:nvPicPr>
        <p:blipFill rotWithShape="1">
          <a:blip r:embed="rId3">
            <a:alphaModFix/>
          </a:blip>
          <a:srcRect b="5904" l="0" r="0" t="0"/>
          <a:stretch/>
        </p:blipFill>
        <p:spPr>
          <a:xfrm>
            <a:off x="2960197" y="2379023"/>
            <a:ext cx="3516803" cy="15754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" name="Google Shape;75;p4"/>
          <p:cNvGraphicFramePr/>
          <p:nvPr/>
        </p:nvGraphicFramePr>
        <p:xfrm>
          <a:off x="990600" y="3990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856875"/>
                <a:gridCol w="4812975"/>
                <a:gridCol w="1485900"/>
              </a:tblGrid>
              <a:tr h="179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0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prior to insulation removal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2. CUI-CLSCC inspection checklist.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DPI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(High Temp)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 as per Attachment 2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5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Shell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6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9325" y="2584324"/>
            <a:ext cx="1539373" cy="37228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2" name="Google Shape;82;p5"/>
          <p:cNvGraphicFramePr/>
          <p:nvPr/>
        </p:nvGraphicFramePr>
        <p:xfrm>
          <a:off x="475862" y="25843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039575"/>
                <a:gridCol w="3019925"/>
                <a:gridCol w="1484450"/>
              </a:tblGrid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prior to insulation removal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2. CUI-CLSCC inspection checklist.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DPI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(High Temp)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 as per Attachment 2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Google Shape;87;p6"/>
          <p:cNvGraphicFramePr/>
          <p:nvPr/>
        </p:nvGraphicFramePr>
        <p:xfrm>
          <a:off x="442104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33650"/>
                <a:gridCol w="1294350"/>
                <a:gridCol w="968375"/>
                <a:gridCol w="553625"/>
                <a:gridCol w="607750"/>
                <a:gridCol w="434125"/>
                <a:gridCol w="758525"/>
                <a:gridCol w="469500"/>
                <a:gridCol w="497125"/>
                <a:gridCol w="844700"/>
                <a:gridCol w="1621150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Steam Condensate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Under Insulation(CUI)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8030" y="2733881"/>
            <a:ext cx="4071046" cy="15419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6"/>
          <p:cNvGraphicFramePr/>
          <p:nvPr/>
        </p:nvGraphicFramePr>
        <p:xfrm>
          <a:off x="1926877" y="441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644825"/>
                <a:gridCol w="2605725"/>
                <a:gridCol w="1997875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b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Remove &gt;5% of suspected area (as per Attachment 2).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 or pit gauges as required if visual inspection reveal CUI as necessary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7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 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7163" y="2338187"/>
            <a:ext cx="6096000" cy="24090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" name="Google Shape;96;p7"/>
          <p:cNvGraphicFramePr/>
          <p:nvPr/>
        </p:nvGraphicFramePr>
        <p:xfrm>
          <a:off x="1623526" y="4978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544300"/>
                <a:gridCol w="3613975"/>
                <a:gridCol w="1905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EMAT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8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102" name="Google Shape;1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3530" y="2781860"/>
            <a:ext cx="7803265" cy="1508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" name="Google Shape;103;p8"/>
          <p:cNvGraphicFramePr/>
          <p:nvPr/>
        </p:nvGraphicFramePr>
        <p:xfrm>
          <a:off x="1623526" y="4978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544300"/>
                <a:gridCol w="3613975"/>
                <a:gridCol w="1905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Google Shape;108;p9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graphicFrame>
        <p:nvGraphicFramePr>
          <p:cNvPr id="109" name="Google Shape;109;p9"/>
          <p:cNvGraphicFramePr/>
          <p:nvPr/>
        </p:nvGraphicFramePr>
        <p:xfrm>
          <a:off x="1623526" y="441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544300"/>
                <a:gridCol w="3133450"/>
                <a:gridCol w="19812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0" name="Google Shape;1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669" y="2514600"/>
            <a:ext cx="7178662" cy="155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Google Shape;115;p10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(Tube Side)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Channel Head (Tube Side)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Channel 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graphicFrame>
        <p:nvGraphicFramePr>
          <p:cNvPr id="116" name="Google Shape;116;p10"/>
          <p:cNvGraphicFramePr/>
          <p:nvPr/>
        </p:nvGraphicFramePr>
        <p:xfrm>
          <a:off x="475862" y="26715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270900"/>
                <a:gridCol w="1815675"/>
                <a:gridCol w="1390550"/>
              </a:tblGrid>
              <a:tr h="40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0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7" name="Google Shape;1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4858" y="2379024"/>
            <a:ext cx="1501270" cy="3966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2003-08-11T02:14:00Z</dcterms:created>
  <dc:creator>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