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906000"/>
  <p:notesSz cx="10020300" cy="68878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400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sz="1400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/>
        </p:nvGraphicFramePr>
        <p:xfrm>
          <a:off x="475862" y="897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88975"/>
                <a:gridCol w="843850"/>
                <a:gridCol w="1020175"/>
                <a:gridCol w="583250"/>
                <a:gridCol w="710425"/>
                <a:gridCol w="382850"/>
                <a:gridCol w="803475"/>
                <a:gridCol w="494625"/>
                <a:gridCol w="609075"/>
                <a:gridCol w="804525"/>
                <a:gridCol w="1707900"/>
              </a:tblGrid>
              <a:tr h="100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sp>
        <p:nvSpPr>
          <p:cNvPr id="50" name="Google Shape;50;p1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Receiver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V-001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152925"/>
                <a:gridCol w="2028825"/>
                <a:gridCol w="1295400"/>
              </a:tblGrid>
              <a:tr h="95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" name="Google Shape;54;p1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MLK PMT 10101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2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CHILLED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CHILLED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CHILLED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2426878"/>
            <a:ext cx="3431333" cy="38328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" name="Google Shape;61;p2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152925"/>
                <a:gridCol w="1800225"/>
                <a:gridCol w="1524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V-002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Expansion Tank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3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495275"/>
                <a:gridCol w="84157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Condensate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Carbon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SA-516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200.0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Condensate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Carbon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SA-516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200.0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Condensate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Carbon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SA-516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200.0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6074" y="2657028"/>
            <a:ext cx="2667000" cy="35883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" name="Google Shape;68;p3"/>
          <p:cNvGraphicFramePr/>
          <p:nvPr/>
        </p:nvGraphicFramePr>
        <p:xfrm>
          <a:off x="541998" y="2913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058200"/>
                <a:gridCol w="1676400"/>
                <a:gridCol w="128532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V-003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Condensate Vessel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Google Shape;73;p4"/>
          <p:cNvGraphicFramePr/>
          <p:nvPr/>
        </p:nvGraphicFramePr>
        <p:xfrm>
          <a:off x="475863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HOT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304L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120.0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HOT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304L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120.0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5904" l="0" r="0" t="0"/>
          <a:stretch/>
        </p:blipFill>
        <p:spPr>
          <a:xfrm>
            <a:off x="2960197" y="2379023"/>
            <a:ext cx="3516803" cy="15754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4"/>
          <p:cNvGraphicFramePr/>
          <p:nvPr/>
        </p:nvGraphicFramePr>
        <p:xfrm>
          <a:off x="990600" y="3990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856875"/>
                <a:gridCol w="4812975"/>
                <a:gridCol w="1485900"/>
              </a:tblGrid>
              <a:tr h="179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V-004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Hot Water System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5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Shell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150.0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AIR GAS/SULPHUR OXIDE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150.0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670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WATER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150.0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9325" y="2584324"/>
            <a:ext cx="1539373" cy="37228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" name="Google Shape;82;p5"/>
          <p:cNvGraphicFramePr/>
          <p:nvPr/>
        </p:nvGraphicFramePr>
        <p:xfrm>
          <a:off x="475862" y="25843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039575"/>
                <a:gridCol w="3019925"/>
                <a:gridCol w="1484450"/>
              </a:tblGrid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V-005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Absorber for Neutralization of Acid Gases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6"/>
          <p:cNvGraphicFramePr/>
          <p:nvPr/>
        </p:nvGraphicFramePr>
        <p:xfrm>
          <a:off x="442104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33650"/>
                <a:gridCol w="1294350"/>
                <a:gridCol w="968375"/>
                <a:gridCol w="553625"/>
                <a:gridCol w="607750"/>
                <a:gridCol w="434125"/>
                <a:gridCol w="758525"/>
                <a:gridCol w="469500"/>
                <a:gridCol w="497125"/>
                <a:gridCol w="844700"/>
                <a:gridCol w="1621150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WATER &amp; STEAM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Carbon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SA-283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150.0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350.0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WATER &amp; STEAM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Carbon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SA-283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150.0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350.0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8030" y="2733881"/>
            <a:ext cx="4071046" cy="15419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6"/>
          <p:cNvGraphicFramePr/>
          <p:nvPr/>
        </p:nvGraphicFramePr>
        <p:xfrm>
          <a:off x="1926877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644825"/>
                <a:gridCol w="2605725"/>
                <a:gridCol w="199787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TextBox 89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V-006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Thermal Deaerator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7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Vent Gas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 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316.0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535.0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Vent Gas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316.0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335.0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7163" y="2338187"/>
            <a:ext cx="6096000" cy="24090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7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TextBox 96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H-001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Cooling of Steam- Gas Mix at The Exit of the Reactor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8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ALKALINE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SA-403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WP316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CHILLED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SA-312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TP316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150.0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530" y="2781860"/>
            <a:ext cx="7803265" cy="1508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8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H-002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Gas Scrubber Cooler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p9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Chilled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SA-403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90.0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8.0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REFLUX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SA-312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TP316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90.0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8.0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09" name="Google Shape;109;p9"/>
          <p:cNvGraphicFramePr/>
          <p:nvPr/>
        </p:nvGraphicFramePr>
        <p:xfrm>
          <a:off x="1623526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133450"/>
                <a:gridCol w="19812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69" y="2514600"/>
            <a:ext cx="7178662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H-003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Cooling of Water on Irrigation of An Absorber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10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Channel Head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CHILLED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 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200.0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REFLUX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210.0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12.0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16" name="Google Shape;116;p10"/>
          <p:cNvGraphicFramePr/>
          <p:nvPr/>
        </p:nvGraphicFramePr>
        <p:xfrm>
          <a:off x="475862" y="26715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270900"/>
                <a:gridCol w="1815675"/>
                <a:gridCol w="1390550"/>
              </a:tblGrid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4858" y="2379024"/>
            <a:ext cx="1501270" cy="396638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TextBox 117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H-004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Reflux Condensor of Drying Tower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2003-08-11T02:14:00Z</dcterms:created>
  <dc:creator>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