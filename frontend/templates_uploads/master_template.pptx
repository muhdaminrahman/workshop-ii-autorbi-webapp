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906000"/>
  <p:notesSz cx="10020300" cy="6887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hpGQ8vDCxAPSZtdFWQKUGMD6UK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F2B324-1DA3-4391-AC93-F3CDAD51F063}">
  <a:tblStyle styleId="{5BF2B324-1DA3-4391-AC93-F3CDAD51F06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BB11412-2EE8-4E76-B675-BC9394327E1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400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sz="1400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/>
        </p:nvGraphicFramePr>
        <p:xfrm>
          <a:off x="475862" y="897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088975"/>
                <a:gridCol w="843850"/>
                <a:gridCol w="1020175"/>
                <a:gridCol w="583250"/>
                <a:gridCol w="710425"/>
                <a:gridCol w="382850"/>
                <a:gridCol w="803475"/>
                <a:gridCol w="494625"/>
                <a:gridCol w="609075"/>
                <a:gridCol w="804525"/>
                <a:gridCol w="1707900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sp>
        <p:nvSpPr>
          <p:cNvPr id="50" name="Google Shape;50;p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Receiver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V-001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152925"/>
                <a:gridCol w="2028825"/>
                <a:gridCol w="1295400"/>
              </a:tblGrid>
              <a:tr h="9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MLK PMT 10101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426878"/>
            <a:ext cx="3431333" cy="38328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" name="Google Shape;61;p2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46975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3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3;p5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5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6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6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7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7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8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8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9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2" name="Google Shape;102;p9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10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9" name="Google Shape;109;p10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{5BF2B324-1DA3-4391-AC93-F3CDAD51F063}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{5BB11412-2EE8-4E76-B675-BC9394327E15}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2003-08-11T02:14:00Z</dcterms:created>
  <dc:creator>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